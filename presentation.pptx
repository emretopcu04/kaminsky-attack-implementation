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Inter Medium"/>
      <p:regular r:id="rId26"/>
      <p:bold r:id="rId27"/>
      <p:italic r:id="rId28"/>
      <p:boldItalic r:id="rId29"/>
    </p:embeddedFont>
    <p:embeddedFont>
      <p:font typeface="Space Grotesk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D055BE-F5F8-4372-B6B5-8CEBB888CE81}">
  <a:tblStyle styleId="{6CD055BE-F5F8-4372-B6B5-8CEBB888CE8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bold.fntdata"/><Relationship Id="rId30" Type="http://schemas.openxmlformats.org/officeDocument/2006/relationships/font" Target="fonts/SpaceGrotes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43155" y="1923157"/>
            <a:ext cx="5505688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Kaminsky Attack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43155" y="2866132"/>
            <a:ext cx="55056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DNS Cache Poisoning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74243" y="3437632"/>
            <a:ext cx="524351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Theoretical Overview &amp; Step-by-Step Practical Setup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74243" y="4203352"/>
            <a:ext cx="524351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Emre Topcu - 20220808011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474243" y="4569023"/>
            <a:ext cx="524351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Muhammed Kaan Uman - 202208080603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76475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14375" y="227838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19150" y="2276475"/>
            <a:ext cx="50387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Goal: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DNS Cache Poisoning aims to forge a response to misdirect users to a malicious server.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14375" y="3000196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19150" y="2998291"/>
            <a:ext cx="50387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Hurdle: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succeed remotely, the attacker must perfectly guess the 16-bit Transaction ID (TXID).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14375" y="37220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19150" y="3720107"/>
            <a:ext cx="50387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Caching Effect: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If guessed incorrectly, the legitimate response arrives first and is cached by the resolver.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14375" y="4443829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19150" y="4441924"/>
            <a:ext cx="503872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Lockout: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Once the authentic record is cached, the attacker is completely locked out until the record's Time-To-Live (TTL) expires.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8175" y="3228975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Caching Effect &amp; The Problem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34790"/>
            <a:ext cx="5276850" cy="3616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34790"/>
            <a:ext cx="5276850" cy="361696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71550" y="2525315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Random Subdomains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71550" y="3049190"/>
            <a:ext cx="44958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Dan Kaminsky bypassed the TTL caching effect entirely by querying non-existent, randomly generated subdomains (e.g., aaaaa.example.com).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71550" y="4060477"/>
            <a:ext cx="44958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Because the queried subdomain is guaranteed not to be in the cache, the local server is forced to forward the query to the authoritative server every single time.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724650" y="2525315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Continuous Exploitation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24650" y="3049190"/>
            <a:ext cx="44958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simple adjustment opens an infinite vulnerability window. It grants the attacker unlimited attempts to flood the server with spoofed responses.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724650" y="4060477"/>
            <a:ext cx="44958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 continually guessing the 16-bit TXID rapidly, the attacker can poison the cache and hijack the entire domain's authority.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Kaminsky Breakthrough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" name="Google Shape;127;p16"/>
          <p:cNvGraphicFramePr/>
          <p:nvPr/>
        </p:nvGraphicFramePr>
        <p:xfrm>
          <a:off x="581025" y="2119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{6CD055BE-F5F8-4372-B6B5-8CEBB888CE81}</a:tableStyleId>
              </a:tblPr>
              <a:tblGrid>
                <a:gridCol w="1799025"/>
                <a:gridCol w="1581150"/>
                <a:gridCol w="7649775"/>
              </a:tblGrid>
              <a:tr h="7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Entity Container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IP Address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Network Role &amp;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7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Attacker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10.9.0.1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Operates in host mode. Grants full access to network interfaces for packet manipulation and high-speed flooding.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(Victim)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10.9.0.5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victim machine utilized strictly to trigger the catalyst recursive DNS queries.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Local DNS Server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10.9.0.53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target resolver running BIND 9. (Note: DNSSEC is disabled for the scope of this demonstration).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Attacker 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10.9.0.153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malicious authoritative server hosting the attacker32.com zone.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16"/>
          <p:cNvSpPr/>
          <p:nvPr/>
        </p:nvSpPr>
        <p:spPr>
          <a:xfrm>
            <a:off x="581025" y="3771900"/>
            <a:ext cx="1799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380059" y="3771900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961209" y="3771900"/>
            <a:ext cx="7649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81025" y="4371975"/>
            <a:ext cx="1799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380059" y="4371975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3961209" y="4371975"/>
            <a:ext cx="7649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81025" y="5162550"/>
            <a:ext cx="1799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2380059" y="5162550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961209" y="5162550"/>
            <a:ext cx="7649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SEED Labs Environment Setup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10246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14375" y="221215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19150" y="2210246"/>
            <a:ext cx="50387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 a remote attack, the spoofed UDP packet must perfectly mimic the legitimate authoritative nameserver.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14375" y="293396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19150" y="2932062"/>
            <a:ext cx="503872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target DNS server will instantly drop any response where the Source IP does not exactly match the IP it originally queried.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14375" y="394525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19150" y="3943350"/>
            <a:ext cx="50387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execute dig @10.9.0.53 example.com NS to map the network.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14375" y="466707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19150" y="4665166"/>
            <a:ext cx="503872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Discovery: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Requests are forwarded to Cloudflare's nameservers. This IP address is captured for hardcoding into our malicious payload's IP Layer.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8175" y="3162746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Target Reconnaissance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70050"/>
            <a:ext cx="3422600" cy="3746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070050"/>
            <a:ext cx="3422600" cy="3746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2070050"/>
            <a:ext cx="3422600" cy="374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1024592" y="3117800"/>
            <a:ext cx="253531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Scapy Templates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76300" y="3641675"/>
            <a:ext cx="2832050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Python's Scapy library is convenient but inherently too slow for a microsecond race condition. We use it instead to serialize a perfect, forged payload into raw binary files.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085724" y="3117800"/>
            <a:ext cx="202025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High-Speed C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679900" y="3641675"/>
            <a:ext cx="2832050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custom C program loads these binaries into memory. It operates a rapid loop, dynamically overwriting the random 5-char string and incrementing the TXID to flood the network.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799314" y="3117800"/>
            <a:ext cx="22002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Fixed UDP Port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483500" y="3641675"/>
            <a:ext cx="2832050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 Port Randomization (SPR) is disabled in our lab setup. The query port is fixed at 33333, reducing our required entropy strictly to the 16-bit TXID.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0800" y="24129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826" y="24129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0851" y="24129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Hybrid Payload Strategy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2286000" y="2309217"/>
            <a:ext cx="80962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Question Section: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Configured to query a random 5-character subdomain (e.g., abcde.example.com) to bypass existing cached records.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2286000" y="3126283"/>
            <a:ext cx="80962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Answer Section: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Provides a fake IP resolution mapping the queried random subdomain to a malicious IP like 1.2.3.4.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2286000" y="3943350"/>
            <a:ext cx="80962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Authority Section (The Kill Switch):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This is the critical step. It injects a poisoned NS record, explicitly replacing example.com's actual nameserver with ns.attacker32.com.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2286000" y="4760416"/>
            <a:ext cx="80962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IP Layer Spoofing: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Source IP is explicitly forged as the legitimate Cloudflare IP identified during our reconnaissance phase.</a:t>
            </a:r>
            <a:endParaRPr/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32350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140571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5763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774703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Crafting the Spoofed Packet Architecture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81025" y="581025"/>
            <a:ext cx="554069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Race Condition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81025" y="1209675"/>
            <a:ext cx="52768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4325" y="2095500"/>
            <a:ext cx="2667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81025" y="1609725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Winning the Microsecond Sprint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81025" y="2133600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core of the execution relies on pure probability and network speed. Our C program rapidly iterates through 3,000 packets per trigger.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81025" y="3144887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At specific memory offsets, the payload dynamically modifies the subdomain string (offsets 41, 64) and the TXID (offset 28).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81025" y="4156174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win the transaction ID race, our forged packet must hit the Local DNS resolver and match the query state precisely before Cloudflare's legitimate response arrives.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9525"/>
            <a:ext cx="5848350" cy="683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581025" y="3924300"/>
            <a:ext cx="1102995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17605" y="4276725"/>
            <a:ext cx="266361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Terminal 1: Purge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81025" y="4800600"/>
            <a:ext cx="2536775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Execute rndc flush on the Local DNS to ensure the server initiates a fresh recursive query.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3348614" y="1785342"/>
            <a:ext cx="266361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Terminal 2: Flood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3412033" y="2309217"/>
            <a:ext cx="2536775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Execute ./attack. The script injects thousands of spoofed UDP packets blindly per second.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179622" y="4276725"/>
            <a:ext cx="266361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Terminal 3: Trigger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243042" y="5181600"/>
            <a:ext cx="2536775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Execute dig @10.9.0.53 from User. Prompts the local DNS, opening the vulnerability window.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9010631" y="1785342"/>
            <a:ext cx="266361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Reset &amp; Repeat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074050" y="2309217"/>
            <a:ext cx="2536775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Race conditions are probabilistic. If Cloudflare wins, we repeat the exact sequence until successful.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1735112" y="3829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566121" y="3829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7397129" y="3829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0228138" y="3829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Orchestrating the Attack (Multi-Terminal)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34790"/>
            <a:ext cx="5276850" cy="3616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34790"/>
            <a:ext cx="5276850" cy="361696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971550" y="2525315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User Terminal Result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971550" y="3049190"/>
            <a:ext cx="44958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Upon winning the race, the dig command on the User machine immediately returns the spoofed IP (1.2.3.5) instead of the authentic Cloudflare IP.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971550" y="4060477"/>
            <a:ext cx="44958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Wireshark trace will confirm our flood of UDP responses and visualize the moment the Local DNS server accepted our packet and dropped the late legitimate response.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724650" y="2525315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Database Cache Dump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724650" y="3049190"/>
            <a:ext cx="44958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Executing rndc dumpdb-cache on the target reveals the ultimate payload objective.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724650" y="3771007"/>
            <a:ext cx="44958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cache explicitly shows example.com is assigned to ns.attacker32.com with a TTL of 3 Days. All subsequent traffic for the entire domain is effectively hijacked.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Verifying the Poisoned Cache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305276" y="2578447"/>
            <a:ext cx="1158144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Demonstration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81025" y="374049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Transitioning to Code Execution Phase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